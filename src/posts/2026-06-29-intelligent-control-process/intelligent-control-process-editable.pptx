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4ea9ca40ed49ce" /><Relationship Type="http://schemas.openxmlformats.org/officeDocument/2006/relationships/extended-properties" Target="/docProps/app.xml" Id="Raa5ab57a394048ab" /><Relationship Type="http://schemas.openxmlformats.org/officeDocument/2006/relationships/officeDocument" Target="/ppt/presentation.xml" Id="R4e83e6b7210c48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5e2337276342d2"/>
  </p:sldMasterIdLst>
  <p:notesMasterIdLst>
    <p:notesMasterId xmlns:r="http://schemas.openxmlformats.org/officeDocument/2006/relationships" r:id="Rb721b0b431214b49"/>
  </p:notesMasterIdLst>
  <p:sldIdLst>
    <p:sldId xmlns:r="http://schemas.openxmlformats.org/officeDocument/2006/relationships" id="256" r:id="Rd9dc27be66b74c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ac6f7b04ac4cea" /><Relationship Type="http://schemas.openxmlformats.org/officeDocument/2006/relationships/slideMaster" Target="/ppt/slideMasters/slideMaster1.xml" Id="Rb55e2337276342d2" /><Relationship Type="http://schemas.openxmlformats.org/officeDocument/2006/relationships/notesMaster" Target="/ppt/notesMasters/notesMaster1.xml" Id="Rb721b0b431214b49" /><Relationship Type="http://schemas.openxmlformats.org/officeDocument/2006/relationships/presProps" Target="/ppt/presProps.xml" Id="R0545d72642744eb2" /><Relationship Type="http://schemas.openxmlformats.org/officeDocument/2006/relationships/tableStyles" Target="/ppt/tableStyles.xml" Id="Rc77ee8a3856c49cf" /><Relationship Type="http://schemas.openxmlformats.org/officeDocument/2006/relationships/slide" Target="/ppt/slides/slide1.xml" Id="Rd9dc27be66b74c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404b268b5443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160b1b159e44d0" /><Relationship Type="http://schemas.openxmlformats.org/officeDocument/2006/relationships/notesMaster" Target="/ppt/notesMasters/notesMaster1.xml" Id="R70eef12568b848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Intelligent Control Process topical-image reference and blog hero image.</a:t>
            </a:r>
          </a:p>
          <a:p xmlns:a="http://schemas.openxmlformats.org/drawingml/2006/main">
            <a:r>
              <a:t>- DSi logo cropped from the user-supplied topical-image reference.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3b2f66f9984e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9d8043a08243e8" /><Relationship Type="http://schemas.openxmlformats.org/officeDocument/2006/relationships/slideLayout" Target="/ppt/slideLayouts/slideLayout1.xml" Id="R7d9b4832018c42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9b4832018c42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603ab1f754583" /><Relationship Type="http://schemas.openxmlformats.org/officeDocument/2006/relationships/image" Target="/ppt/media/image.png" Id="Re248254827c74e9b" /><Relationship Type="http://schemas.openxmlformats.org/officeDocument/2006/relationships/notesSlide" Target="/ppt/notesSlides/notesSlide1.xml" Id="R33db4f1a59ac4e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77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ower-background-band">
            <a:extLst xmlns:a="http://schemas.openxmlformats.org/drawingml/2006/main">
              <a:ext uri="{FF2B5EF4-FFF2-40B4-BE49-F238E27FC236}">
                <a16:creationId xmlns:a16="http://schemas.microsoft.com/office/drawing/2014/main" id="{B08D7F0E-03CF-478A-865F-D4BDC332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A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ight-panel">
            <a:extLst xmlns:a="http://schemas.openxmlformats.org/drawingml/2006/main">
              <a:ext uri="{FF2B5EF4-FFF2-40B4-BE49-F238E27FC236}">
                <a16:creationId xmlns:a16="http://schemas.microsoft.com/office/drawing/2014/main" id="{8AC971E6-39B5-466B-9066-DBF4B0B6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00150"/>
            <a:ext cx="3857625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8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left-accent-rule">
            <a:extLst xmlns:a="http://schemas.openxmlformats.org/drawingml/2006/main">
              <a:ext uri="{FF2B5EF4-FFF2-40B4-BE49-F238E27FC236}">
                <a16:creationId xmlns:a16="http://schemas.microsoft.com/office/drawing/2014/main" id="{89C6EA7C-936A-4F85-B707-13A6306B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161925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enter-divider">
            <a:extLst xmlns:a="http://schemas.openxmlformats.org/drawingml/2006/main">
              <a:ext uri="{FF2B5EF4-FFF2-40B4-BE49-F238E27FC236}">
                <a16:creationId xmlns:a16="http://schemas.microsoft.com/office/drawing/2014/main" id="{EAC3F7AF-6F61-4F77-ADD6-F4103111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00150"/>
            <a:ext cx="25717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wer-horizontal-rule">
            <a:extLst xmlns:a="http://schemas.openxmlformats.org/drawingml/2006/main">
              <a:ext uri="{FF2B5EF4-FFF2-40B4-BE49-F238E27FC236}">
                <a16:creationId xmlns:a16="http://schemas.microsoft.com/office/drawing/2014/main" id="{9DC2C251-7600-4ABE-BD47-D7521848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067300"/>
            <a:ext cx="1184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ight-section-rule">
            <a:extLst xmlns:a="http://schemas.openxmlformats.org/drawingml/2006/main">
              <a:ext uri="{FF2B5EF4-FFF2-40B4-BE49-F238E27FC236}">
                <a16:creationId xmlns:a16="http://schemas.microsoft.com/office/drawing/2014/main" id="{8A87AEAA-38A8-43E8-BDB6-2FEEFB41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71825"/>
            <a:ext cx="2714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ain-title">
            <a:extLst xmlns:a="http://schemas.openxmlformats.org/drawingml/2006/main">
              <a:ext uri="{FF2B5EF4-FFF2-40B4-BE49-F238E27FC236}">
                <a16:creationId xmlns:a16="http://schemas.microsoft.com/office/drawing/2014/main" id="{7008EEC8-508C-4377-9D6D-95BF600A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Intelligent Control</a:t>
            </a:r>
          </a:p>
          <a:p xmlns:a="http://schemas.openxmlformats.org/drawingml/2006/main">
            <a:pPr>
              <a:lnSpc>
                <a:spcPct val="92000"/>
              </a:lnSpc>
              <a:buNone/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8" name="governed-delivery-heading">
            <a:extLst xmlns:a="http://schemas.openxmlformats.org/drawingml/2006/main">
              <a:ext uri="{FF2B5EF4-FFF2-40B4-BE49-F238E27FC236}">
                <a16:creationId xmlns:a16="http://schemas.microsoft.com/office/drawing/2014/main" id="{8045082E-5168-4C3B-9E34-4D6863BD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Governed Delivery</a:t>
            </a:r>
          </a:p>
        </p:txBody>
      </p:sp>
      <p:sp>
        <p:nvSpPr>
          <p:cNvPr id="9" name="governed-delivery-subheading">
            <a:extLst xmlns:a="http://schemas.openxmlformats.org/drawingml/2006/main">
              <a:ext uri="{FF2B5EF4-FFF2-40B4-BE49-F238E27FC236}">
                <a16:creationId xmlns:a16="http://schemas.microsoft.com/office/drawing/2014/main" id="{FBD6B3BA-6B76-4B46-A91C-96B50B8E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i="1">
                <a:solidFill>
                  <a:srgbClr val="8AB9F0"/>
                </a:solidFill>
              </a:defRPr>
            </a:pPr>
            <a:r>
              <a:rPr sz="1275" i="1">
                <a:solidFill>
                  <a:srgbClr val="8AB9F0"/>
                </a:solidFill>
              </a:rPr>
              <a:t>Review-Driven Execution</a:t>
            </a:r>
          </a:p>
        </p:txBody>
      </p:sp>
      <p:sp>
        <p:nvSpPr>
          <p:cNvPr id="10" name="human-accountability-heading">
            <a:extLst xmlns:a="http://schemas.openxmlformats.org/drawingml/2006/main">
              <a:ext uri="{FF2B5EF4-FFF2-40B4-BE49-F238E27FC236}">
                <a16:creationId xmlns:a16="http://schemas.microsoft.com/office/drawing/2014/main" id="{F564D7CE-C043-45C5-82FD-0CDC8E5B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623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Human Accountability</a:t>
            </a:r>
          </a:p>
        </p:txBody>
      </p:sp>
      <p:sp>
        <p:nvSpPr>
          <p:cNvPr id="11" name="human-accountability-subheading">
            <a:extLst xmlns:a="http://schemas.openxmlformats.org/drawingml/2006/main">
              <a:ext uri="{FF2B5EF4-FFF2-40B4-BE49-F238E27FC236}">
                <a16:creationId xmlns:a16="http://schemas.microsoft.com/office/drawing/2014/main" id="{3B887AB7-76CB-4D46-8DE1-27287D49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767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i="1">
                <a:solidFill>
                  <a:srgbClr val="8AB9F0"/>
                </a:solidFill>
              </a:defRPr>
            </a:pPr>
            <a:r>
              <a:rPr sz="1200" i="1">
                <a:solidFill>
                  <a:srgbClr val="8AB9F0"/>
                </a:solidFill>
              </a:rPr>
              <a:t>Evidence at Every Decision Point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8254827c74e9b"/>
          <a:stretch xmlns:a="http://schemas.openxmlformats.org/drawingml/2006/main"/>
        </p:blipFill>
        <p:spPr>
          <a:xfrm xmlns:a="http://schemas.openxmlformats.org/drawingml/2006/main">
            <a:off x="134711" y="5143500"/>
            <a:ext cx="740229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2212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2026-08-27T19:38:33.2060000Z</dcterms:created>
  <dcterms:modified xsi:type="dcterms:W3CDTF">2026-08-27T19:38:33.2060000Z</dcterms:modified>
</coreProperties>
</file>